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388388" cy="30275213"/>
  <p:notesSz cx="30275213" cy="213883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26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372" y="-79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7371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35" y="0"/>
            <a:ext cx="21387816" cy="393192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3108960" y="1860804"/>
            <a:ext cx="15169896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[TAJUK PROJEK / NAMA PRODUK INOVASI ANDA]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2011680" y="2880360"/>
            <a:ext cx="17364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[Kategori Pertandingan]  •  [Nama Pasukan]  •  [Nama Ahli 1, Ahli 2, Ahli 3]  •  [Nama Penyelia/Mentor]  •  Politeknik Port Dickson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407408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640080" y="4407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4389120"/>
            <a:ext cx="5788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PENGENALAN &amp; PERNYATAAN MASALAH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6428232" cy="7772400"/>
          </a:xfrm>
          <a:prstGeom prst="rect">
            <a:avLst/>
          </a:prstGeom>
          <a:solidFill>
            <a:srgbClr val="F3F6FB"/>
          </a:solidFill>
          <a:ln w="15875">
            <a:solidFill>
              <a:srgbClr val="C7D2E3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841248" y="5239512"/>
            <a:ext cx="6025896" cy="7443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Terangkan latar belakang isu/masalah yang cuba diselesaikan, mengapa ia releven pada industri/masyarakat, dan sokongan data/kajian lepas (ringkas).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(Cadangan: 100-150 patah perkataan)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13231368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640080" y="1323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13213080"/>
            <a:ext cx="5788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OBJEKTIF INOVASI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40080" y="13898880"/>
            <a:ext cx="6428232" cy="4480560"/>
          </a:xfrm>
          <a:prstGeom prst="rect">
            <a:avLst/>
          </a:prstGeom>
          <a:solidFill>
            <a:srgbClr val="F3F6FB"/>
          </a:solidFill>
          <a:ln w="15875">
            <a:solidFill>
              <a:srgbClr val="C7D2E3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841248" y="14063472"/>
            <a:ext cx="6025896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Objektif 1: [nyatakan]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Objektif 2: [nyatakan]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Objektif 3: [nyatakan]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18763488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640080" y="18763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18745200"/>
            <a:ext cx="5788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SOROTAN LITERATUR / ANALISIS PASARAN SEMASA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40080" y="19431000"/>
            <a:ext cx="6428232" cy="7498080"/>
          </a:xfrm>
          <a:prstGeom prst="rect">
            <a:avLst/>
          </a:prstGeom>
          <a:solidFill>
            <a:srgbClr val="F3F6FB"/>
          </a:solidFill>
          <a:ln w="15875">
            <a:solidFill>
              <a:srgbClr val="C7D2E3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841248" y="19595592"/>
            <a:ext cx="6025896" cy="7168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Ringkaskan kajian lepas, produk/perkhidmatan sedia ada di pasaran, dan jurang (gap) yang inovasi anda tangani.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(Cadangan: 100 patah perkataan)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79792" y="4407408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7479792" y="4407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119872" y="4389120"/>
            <a:ext cx="5788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 / PENDEKATAN INOVASI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7479792" y="5074920"/>
            <a:ext cx="6428232" cy="6400800"/>
          </a:xfrm>
          <a:prstGeom prst="rect">
            <a:avLst/>
          </a:prstGeom>
          <a:solidFill>
            <a:srgbClr val="F3F6FB"/>
          </a:solidFill>
          <a:ln w="15875">
            <a:solidFill>
              <a:srgbClr val="C7D2E3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7680960" y="5239512"/>
            <a:ext cx="6025896" cy="6071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Terangkan pendekatan, kaedah pembangunan, teknologi/bahan yang digunakan, dan carta alir ringkas proses inovasi anda.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479792" y="11859768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7479792" y="11859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119872" y="11841480"/>
            <a:ext cx="5788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REKA BENTUK PRODUK / PROTOTAIP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7479792" y="12527280"/>
            <a:ext cx="6428232" cy="8321040"/>
          </a:xfrm>
          <a:prstGeom prst="rect">
            <a:avLst/>
          </a:prstGeom>
          <a:solidFill>
            <a:srgbClr val="F3F6FB"/>
          </a:solidFill>
          <a:ln w="15875">
            <a:solidFill>
              <a:srgbClr val="C7D2E3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35" name="Text 33"/>
          <p:cNvSpPr/>
          <p:nvPr/>
        </p:nvSpPr>
        <p:spPr>
          <a:xfrm>
            <a:off x="7680960" y="12691872"/>
            <a:ext cx="6025896" cy="7991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RUANG IMEJ PRODUK / PROTOTAIP /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LAKARAN REKA BENTUK / INFOGRAFIK ]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Gantikan kotak ini dengan gambar produk, prototaip atau carta alir sebenar.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479792" y="21232368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7" name="Text 35"/>
          <p:cNvSpPr/>
          <p:nvPr/>
        </p:nvSpPr>
        <p:spPr>
          <a:xfrm>
            <a:off x="7479792" y="21232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119872" y="21214080"/>
            <a:ext cx="5788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KEUNIKAN &amp; KELEBIHAN DAYA SAING (USP)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7479792" y="21899880"/>
            <a:ext cx="6428232" cy="4992624"/>
          </a:xfrm>
          <a:prstGeom prst="rect">
            <a:avLst/>
          </a:prstGeom>
          <a:solidFill>
            <a:srgbClr val="F3F6FB"/>
          </a:solidFill>
          <a:ln w="15875">
            <a:solidFill>
              <a:srgbClr val="C7D2E3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/>
          <p:cNvSpPr/>
          <p:nvPr/>
        </p:nvSpPr>
        <p:spPr>
          <a:xfrm>
            <a:off x="7680960" y="22064472"/>
            <a:ext cx="6025896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yang membezakan inovasi anda berbanding penyelesaian sedia ada?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(Cadangan: 60-80 patah perkataan)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4319504" y="4407408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2" name="Text 40"/>
          <p:cNvSpPr/>
          <p:nvPr/>
        </p:nvSpPr>
        <p:spPr>
          <a:xfrm>
            <a:off x="14319504" y="4407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4959584" y="4389120"/>
            <a:ext cx="5788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DAPATAN &amp; KEPUTUSAN UJIAN</a:t>
            </a:r>
            <a:endParaRPr lang="en-US" sz="1900" dirty="0"/>
          </a:p>
        </p:txBody>
      </p:sp>
      <p:sp>
        <p:nvSpPr>
          <p:cNvPr id="44" name="Shape 42"/>
          <p:cNvSpPr/>
          <p:nvPr/>
        </p:nvSpPr>
        <p:spPr>
          <a:xfrm>
            <a:off x="14319504" y="5074920"/>
            <a:ext cx="6428232" cy="5486400"/>
          </a:xfrm>
          <a:prstGeom prst="rect">
            <a:avLst/>
          </a:prstGeom>
          <a:solidFill>
            <a:srgbClr val="F3F6FB"/>
          </a:solidFill>
          <a:ln w="15875">
            <a:solidFill>
              <a:srgbClr val="C7D2E3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45" name="Text 43"/>
          <p:cNvSpPr/>
          <p:nvPr/>
        </p:nvSpPr>
        <p:spPr>
          <a:xfrm>
            <a:off x="14520672" y="5239512"/>
            <a:ext cx="6025896" cy="5157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Nyatakan hasil pengujian/prototaip, data kajian, maklum balas pengguna, atau pencapaian teknikal utama.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14319504" y="10927080"/>
            <a:ext cx="3076956" cy="2468880"/>
          </a:xfrm>
          <a:prstGeom prst="rect">
            <a:avLst/>
          </a:prstGeom>
          <a:solidFill>
            <a:srgbClr val="13203A"/>
          </a:solidFill>
          <a:ln w="12700">
            <a:solidFill>
              <a:srgbClr val="C9972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7" name="Text 45"/>
          <p:cNvSpPr/>
          <p:nvPr/>
        </p:nvSpPr>
        <p:spPr>
          <a:xfrm>
            <a:off x="14319504" y="11036808"/>
            <a:ext cx="3076956" cy="19019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[XX]%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14429232" y="12938760"/>
            <a:ext cx="28575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Peningkatan / Penjimatan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7670780" y="10927080"/>
            <a:ext cx="3076956" cy="2468880"/>
          </a:xfrm>
          <a:prstGeom prst="rect">
            <a:avLst/>
          </a:prstGeom>
          <a:solidFill>
            <a:srgbClr val="13203A"/>
          </a:solidFill>
          <a:ln w="12700">
            <a:solidFill>
              <a:srgbClr val="C9972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Text 48"/>
          <p:cNvSpPr/>
          <p:nvPr/>
        </p:nvSpPr>
        <p:spPr>
          <a:xfrm>
            <a:off x="17670780" y="11036808"/>
            <a:ext cx="3076956" cy="19019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RM[X,XXX]</a:t>
            </a:r>
            <a:endParaRPr lang="en-US" sz="3000" dirty="0"/>
          </a:p>
        </p:txBody>
      </p:sp>
      <p:sp>
        <p:nvSpPr>
          <p:cNvPr id="51" name="Text 49"/>
          <p:cNvSpPr/>
          <p:nvPr/>
        </p:nvSpPr>
        <p:spPr>
          <a:xfrm>
            <a:off x="17780508" y="12938760"/>
            <a:ext cx="28575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Anggaran Kos / Nilai Pasaran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4319504" y="13780008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3" name="Text 51"/>
          <p:cNvSpPr/>
          <p:nvPr/>
        </p:nvSpPr>
        <p:spPr>
          <a:xfrm>
            <a:off x="14319504" y="13780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14959584" y="13761720"/>
            <a:ext cx="5788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IMPAK &amp; SASARAN PASARAN</a:t>
            </a:r>
            <a:endParaRPr lang="en-US" sz="1900" dirty="0"/>
          </a:p>
        </p:txBody>
      </p:sp>
      <p:sp>
        <p:nvSpPr>
          <p:cNvPr id="55" name="Shape 53"/>
          <p:cNvSpPr/>
          <p:nvPr/>
        </p:nvSpPr>
        <p:spPr>
          <a:xfrm>
            <a:off x="14319504" y="14447520"/>
            <a:ext cx="6428232" cy="5394960"/>
          </a:xfrm>
          <a:prstGeom prst="rect">
            <a:avLst/>
          </a:prstGeom>
          <a:solidFill>
            <a:srgbClr val="F3F6FB"/>
          </a:solidFill>
          <a:ln w="15875">
            <a:solidFill>
              <a:srgbClr val="C7D2E3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56" name="Text 54"/>
          <p:cNvSpPr/>
          <p:nvPr/>
        </p:nvSpPr>
        <p:spPr>
          <a:xfrm>
            <a:off x="14520672" y="14612112"/>
            <a:ext cx="6025896" cy="5065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Sasaran pengguna/industri, saiz pasaran dijangka, dan impak sosial/ekonomi/alam sekitar.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14319504" y="20226528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8" name="Text 56"/>
          <p:cNvSpPr/>
          <p:nvPr/>
        </p:nvSpPr>
        <p:spPr>
          <a:xfrm>
            <a:off x="14319504" y="20226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14959584" y="20208240"/>
            <a:ext cx="5788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PERNIAGAAN &amp; STRATEGI KOMERSIALISASI</a:t>
            </a:r>
            <a:endParaRPr lang="en-US" sz="1900" dirty="0"/>
          </a:p>
        </p:txBody>
      </p:sp>
      <p:sp>
        <p:nvSpPr>
          <p:cNvPr id="60" name="Shape 58"/>
          <p:cNvSpPr/>
          <p:nvPr/>
        </p:nvSpPr>
        <p:spPr>
          <a:xfrm>
            <a:off x="14319504" y="20894040"/>
            <a:ext cx="6428232" cy="5998464"/>
          </a:xfrm>
          <a:prstGeom prst="rect">
            <a:avLst/>
          </a:prstGeom>
          <a:solidFill>
            <a:srgbClr val="F3F6FB"/>
          </a:solidFill>
          <a:ln w="15875">
            <a:solidFill>
              <a:srgbClr val="C7D2E3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61" name="Text 59"/>
          <p:cNvSpPr/>
          <p:nvPr/>
        </p:nvSpPr>
        <p:spPr>
          <a:xfrm>
            <a:off x="14520672" y="21058632"/>
            <a:ext cx="6025896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hasil (revenue model), strategi pemasaran, rangkaian pengedaran, dan pelan pengkomersialan (cth. lesen, spin-off, MoU industri).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0" y="27532584"/>
            <a:ext cx="21387816" cy="2743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3" name="Shape 61"/>
          <p:cNvSpPr/>
          <p:nvPr/>
        </p:nvSpPr>
        <p:spPr>
          <a:xfrm>
            <a:off x="640080" y="27852624"/>
            <a:ext cx="457200" cy="457200"/>
          </a:xfrm>
          <a:prstGeom prst="ellipse">
            <a:avLst/>
          </a:prstGeom>
          <a:solidFill>
            <a:srgbClr val="C997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4" name="Text 62"/>
          <p:cNvSpPr/>
          <p:nvPr/>
        </p:nvSpPr>
        <p:spPr>
          <a:xfrm>
            <a:off x="640080" y="27852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65" name="Text 63"/>
          <p:cNvSpPr/>
          <p:nvPr/>
        </p:nvSpPr>
        <p:spPr>
          <a:xfrm>
            <a:off x="1234440" y="27825192"/>
            <a:ext cx="7269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1700" dirty="0"/>
          </a:p>
        </p:txBody>
      </p:sp>
      <p:sp>
        <p:nvSpPr>
          <p:cNvPr id="66" name="Shape 64"/>
          <p:cNvSpPr/>
          <p:nvPr/>
        </p:nvSpPr>
        <p:spPr>
          <a:xfrm>
            <a:off x="640080" y="28446984"/>
            <a:ext cx="7863840" cy="1554480"/>
          </a:xfrm>
          <a:prstGeom prst="rect">
            <a:avLst/>
          </a:prstGeom>
          <a:solidFill>
            <a:srgbClr val="13203A"/>
          </a:solidFill>
          <a:ln w="15875">
            <a:solidFill>
              <a:srgbClr val="C9972E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67" name="Text 65"/>
          <p:cNvSpPr/>
          <p:nvPr/>
        </p:nvSpPr>
        <p:spPr>
          <a:xfrm>
            <a:off x="841248" y="28575000"/>
            <a:ext cx="746150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9D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Rumuskan sumbangan utama inovasi ini dan hala tuju masa depan (cth. peningkatan, pengembangan pasaran, kerjasama industri).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9230868" y="27532583"/>
            <a:ext cx="2926080" cy="2675087"/>
          </a:xfrm>
          <a:prstGeom prst="rect">
            <a:avLst/>
          </a:prstGeom>
          <a:solidFill>
            <a:srgbClr val="FFFFFF"/>
          </a:solidFill>
          <a:ln w="19050">
            <a:solidFill>
              <a:srgbClr val="C9972E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69" name="Text 67"/>
          <p:cNvSpPr/>
          <p:nvPr/>
        </p:nvSpPr>
        <p:spPr>
          <a:xfrm>
            <a:off x="9230868" y="27898344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RUANG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QR ]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8773668" y="3091586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9D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Imbas untuk tonton Video Pitching (5 Minit)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12883896" y="2785262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MAKLUMAT PERHUBUNGAN</a:t>
            </a:r>
            <a:endParaRPr lang="en-US" sz="1700" dirty="0"/>
          </a:p>
        </p:txBody>
      </p:sp>
      <p:sp>
        <p:nvSpPr>
          <p:cNvPr id="72" name="Shape 70"/>
          <p:cNvSpPr/>
          <p:nvPr/>
        </p:nvSpPr>
        <p:spPr>
          <a:xfrm>
            <a:off x="12883896" y="28446984"/>
            <a:ext cx="7863840" cy="1554480"/>
          </a:xfrm>
          <a:prstGeom prst="rect">
            <a:avLst/>
          </a:prstGeom>
          <a:solidFill>
            <a:srgbClr val="13203A"/>
          </a:solidFill>
          <a:ln w="15875">
            <a:solidFill>
              <a:srgbClr val="C9972E"/>
            </a:solidFill>
            <a:prstDash val="dash"/>
          </a:ln>
        </p:spPr>
        <p:txBody>
          <a:bodyPr/>
          <a:lstStyle/>
          <a:p>
            <a:endParaRPr lang="en-MY" dirty="0"/>
          </a:p>
        </p:txBody>
      </p:sp>
      <p:sp>
        <p:nvSpPr>
          <p:cNvPr id="73" name="Text 71"/>
          <p:cNvSpPr/>
          <p:nvPr/>
        </p:nvSpPr>
        <p:spPr>
          <a:xfrm>
            <a:off x="13085064" y="28575000"/>
            <a:ext cx="746150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Pasukan: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 err="1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Institusi</a:t>
            </a: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Tel: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E-mel: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Sosial / Pautan </a:t>
            </a:r>
            <a:r>
              <a:rPr lang="en-US" sz="1300" dirty="0" err="1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</a:t>
            </a: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3588F6-47EF-499B-B32D-587FF3D30F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87" t="22756" r="17331" b="34847"/>
          <a:stretch/>
        </p:blipFill>
        <p:spPr>
          <a:xfrm>
            <a:off x="7982712" y="67543"/>
            <a:ext cx="5724144" cy="22641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376</Words>
  <Application>Microsoft Office PowerPoint</Application>
  <PresentationFormat>Custom</PresentationFormat>
  <Paragraphs>63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Eyffa</dc:creator>
  <cp:lastModifiedBy>User</cp:lastModifiedBy>
  <cp:revision>6</cp:revision>
  <dcterms:created xsi:type="dcterms:W3CDTF">2026-08-06T06:47:44Z</dcterms:created>
  <dcterms:modified xsi:type="dcterms:W3CDTF">2026-08-06T14:26:03Z</dcterms:modified>
</cp:coreProperties>
</file>